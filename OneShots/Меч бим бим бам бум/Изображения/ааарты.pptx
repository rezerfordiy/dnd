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47BAA8-FB11-0C50-0770-DFAD5DC6B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A16FE45-EFAA-E887-3EA6-4B5504DE4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2E4E6D-E404-F788-1FCF-1552195B8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FA7A-7A0C-4DD8-A1B8-4DAB507A7430}" type="datetimeFigureOut">
              <a:rPr lang="ru-RU" smtClean="0"/>
              <a:t>27.08.2024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29BCA7-3ED2-2A73-D7C6-48AC3375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0D83AC-25D4-8309-970E-4E1EA561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CE24-61C4-4322-B5E8-302AA84AB9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66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797290-D31A-9210-32DF-34149C7A3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E83DD6-5E1F-437A-E5DE-CF6153EBB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E92219-9BC8-F7FA-CCE5-4027CF87E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FA7A-7A0C-4DD8-A1B8-4DAB507A7430}" type="datetimeFigureOut">
              <a:rPr lang="ru-RU" smtClean="0"/>
              <a:t>27.08.2024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4AE64B-DA59-DC8C-36A1-333C4C36F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68DFA5-E71C-5BA5-5EA9-CC0CB9F38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CE24-61C4-4322-B5E8-302AA84AB9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1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68E16D-1738-DC55-54B4-1FF8CF4BB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616A0C-171A-03A0-DA21-D52F656C1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E8661-D61D-EA89-F512-79032CC32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FA7A-7A0C-4DD8-A1B8-4DAB507A7430}" type="datetimeFigureOut">
              <a:rPr lang="ru-RU" smtClean="0"/>
              <a:t>27.08.2024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47460F-2789-6BD3-FB6A-4C37AB9CB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4B5033-A14B-9A94-E4A0-4DFAF627E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CE24-61C4-4322-B5E8-302AA84AB9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634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8B5517-13EE-2F05-0A98-33EDDF90F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705E0B-D902-993F-128E-9CE936EBD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CD802F-2A82-A5F9-9AD7-A386ECF7E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EBE3F7-B7AA-540D-A4E7-B41AE49B5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FA7A-7A0C-4DD8-A1B8-4DAB507A7430}" type="datetimeFigureOut">
              <a:rPr lang="ru-RU" smtClean="0"/>
              <a:t>27.08.2024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77178A-EADD-6F8B-36E5-73A351F07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BFAEE8-DE86-744A-1FD3-A005B018A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CE24-61C4-4322-B5E8-302AA84AB9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841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132BA-8DDA-ECB9-A4C5-03125AEF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AAAE78-8849-885C-58B4-8D312E7B8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79207B-F857-4DA7-9F5D-8FE1D0E8F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72C0B30-18F7-23B9-18DF-A865F7E955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9CB627C-F717-4479-73E2-5169734D4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8397D20-95A5-DA3C-6DA5-1031825E3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FA7A-7A0C-4DD8-A1B8-4DAB507A7430}" type="datetimeFigureOut">
              <a:rPr lang="ru-RU" smtClean="0"/>
              <a:t>27.08.2024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03D9287-EF44-DB7A-E87B-76FEF1E6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5C0840C-D3A6-EE53-1340-D20AEF2D2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CE24-61C4-4322-B5E8-302AA84AB9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341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5370B3-2B94-4CE6-43CE-F188B1DCA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33E3C7C-70EB-C974-4612-EFAED7D7C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FA7A-7A0C-4DD8-A1B8-4DAB507A7430}" type="datetimeFigureOut">
              <a:rPr lang="ru-RU" smtClean="0"/>
              <a:t>27.08.2024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F6B19E-AD5A-3F5E-F1BF-34DAC0332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C2D6EB-443F-E7DB-567C-17F016565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CE24-61C4-4322-B5E8-302AA84AB9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379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0FDFF9C-5E1A-692F-F921-C562FDABE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FA7A-7A0C-4DD8-A1B8-4DAB507A7430}" type="datetimeFigureOut">
              <a:rPr lang="ru-RU" smtClean="0"/>
              <a:t>27.08.2024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BB395D9-7630-F340-A43C-A66CC798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89D466-3F5E-B036-097D-3D6FDE959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CE24-61C4-4322-B5E8-302AA84AB9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374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9E4AA-8F61-A1DF-188A-E2AEE2E96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67B3C7-726E-EE27-B37C-C3700DDA5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2F57B4B-DC58-B70F-40D9-18E63EBB7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9799C2-157D-13F2-11BA-DC56A4FAE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FA7A-7A0C-4DD8-A1B8-4DAB507A7430}" type="datetimeFigureOut">
              <a:rPr lang="ru-RU" smtClean="0"/>
              <a:t>27.08.2024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CA75029-1EAD-1050-23D2-2F5C64377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D74840-B8D5-49F7-41E4-3C58C64AA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CE24-61C4-4322-B5E8-302AA84AB9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5904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83357C-7A5C-E9D0-6E56-B4932CBC4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F48C1AF-7B30-94D3-5DE8-42D70542C7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14502E-54FA-03DA-8285-0A941007A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A17586-B69A-DB7F-08A4-21483D72B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FA7A-7A0C-4DD8-A1B8-4DAB507A7430}" type="datetimeFigureOut">
              <a:rPr lang="ru-RU" smtClean="0"/>
              <a:t>27.08.2024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1C14059-E79B-EA2A-E7AB-E55423BB3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13E5E1-F953-8DE7-CDD4-9D7766DAF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CE24-61C4-4322-B5E8-302AA84AB9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897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3F20D2-9658-6017-8E58-F224AD663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A8C50F-0B93-139D-06D8-6350B7C51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2A0BF7-FC58-3782-49E1-0DB9D4EC1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FA7A-7A0C-4DD8-A1B8-4DAB507A7430}" type="datetimeFigureOut">
              <a:rPr lang="ru-RU" smtClean="0"/>
              <a:t>27.08.2024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3FDDDA-8ED1-DD4B-3348-AFA5CFBF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C74ACC-E19F-A692-F8E2-9C9BCF38B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CE24-61C4-4322-B5E8-302AA84AB9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7998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497ABE-096E-5601-DB82-40D60CD0F8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219FBDE-B04D-5E0B-A10B-E8E71F463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5CB3BE-DCCE-8D6B-6747-9B8419300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FA7A-7A0C-4DD8-A1B8-4DAB507A7430}" type="datetimeFigureOut">
              <a:rPr lang="ru-RU" smtClean="0"/>
              <a:t>27.08.2024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7ABBA0-C8CA-7DD6-E73D-1F7E38A01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6DE64C-17D7-D05D-2844-A84B987D3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CE24-61C4-4322-B5E8-302AA84AB9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411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BFEC01-F999-C828-302E-9C76056A8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AF1265-D5AB-DEE4-B987-9A5AD598B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EEC4BA-DEAA-9D91-A850-D4A097A197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4FA7A-7A0C-4DD8-A1B8-4DAB507A7430}" type="datetimeFigureOut">
              <a:rPr lang="ru-RU" smtClean="0"/>
              <a:t>27.08.2024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4A0A62-44B3-9695-B7E1-080329380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CE275B-0412-A790-11E4-5B59F357A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CCE24-61C4-4322-B5E8-302AA84AB9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2001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522349-4421-4E55-3F8F-630DBD950A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D65CDDC-0B77-47EB-85FB-3C3DC9243C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4928059-F6CE-7341-5D64-1D510A41C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" y="0"/>
            <a:ext cx="68430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910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Артем Гинсбург</dc:creator>
  <cp:lastModifiedBy>Артем Гинсбург</cp:lastModifiedBy>
  <cp:revision>1</cp:revision>
  <dcterms:created xsi:type="dcterms:W3CDTF">2024-08-27T09:10:34Z</dcterms:created>
  <dcterms:modified xsi:type="dcterms:W3CDTF">2024-08-27T09:10:42Z</dcterms:modified>
</cp:coreProperties>
</file>